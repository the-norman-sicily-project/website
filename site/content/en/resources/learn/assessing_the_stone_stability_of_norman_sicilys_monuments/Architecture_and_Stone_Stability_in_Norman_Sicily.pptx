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38a4bfd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38a4bfd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338a4bfd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338a4bfd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38a4bfd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38a4bfd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38a4bfd9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38a4bfd9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38a4bfd9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38a4bfd9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38a4bfd9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338a4bfd9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forms/d/e/1FAIpQLSdQcnYvi6wNEJNccWcaTLqz-OSIM5Blto5mKAWNQ02_ibkJDg/viewform?vc=0&amp;c=0&amp;w=1&amp;flr=0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ormansicily.org/pdfs/cultural_stone_stability_index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G8q1kWIlAj19NS0lZM1I5tb7ZNHOAkwIGqdOhWQgXFM/edi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and Stone Stability in Norman Sicily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745100" y="2887325"/>
            <a:ext cx="56538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Please click the link below to fill out a Google Form.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https://docs.google.com/forms/d/e/1FAIpQLSdQcnYvi6wNEJNccWcaTLqz-OSIM5Blto5mKAWNQ02_ibkJDg/viewform?vc=0&amp;c=0&amp;w=1&amp;flr=0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Norman Sicily Architecture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Sicily’s geographical location impacts its culture.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Sitting in the middle of the Mediterranean Sea, the island holds people of many different backgrounds, with the most popular ones being Muslims and Byzantines.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impacts the architecture of the Norman Sicilians by being diverse to include all the cultures within the island.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11850" y="2685775"/>
            <a:ext cx="85206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 sz="1800">
                <a:solidFill>
                  <a:srgbClr val="B7B7B7"/>
                </a:solidFill>
              </a:rPr>
              <a:t>This diversity is best seen in the Cappella Palatina </a:t>
            </a:r>
            <a:endParaRPr sz="1800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</a:rPr>
              <a:t>located in Palermo. </a:t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 sz="1800">
                <a:solidFill>
                  <a:srgbClr val="B7B7B7"/>
                </a:solidFill>
              </a:rPr>
              <a:t>The building contains elements of Roman style as</a:t>
            </a:r>
            <a:endParaRPr sz="1800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</a:rPr>
              <a:t> well as Muslim and Byzantine</a:t>
            </a:r>
            <a:endParaRPr sz="1800">
              <a:solidFill>
                <a:srgbClr val="B7B7B7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75" y="2685775"/>
            <a:ext cx="3029626" cy="20197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Cultural</a:t>
            </a:r>
            <a:r>
              <a:rPr lang="en"/>
              <a:t> Stone </a:t>
            </a:r>
            <a:r>
              <a:rPr lang="en"/>
              <a:t>Stability</a:t>
            </a:r>
            <a:r>
              <a:rPr lang="en"/>
              <a:t> Index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18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index is used to </a:t>
            </a:r>
            <a:r>
              <a:rPr lang="en"/>
              <a:t>measure natural and cultural stone.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CSSI can be used to measure bridges, statues, arches, and buildings.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Practitioners will use the index to assess the rock decay and give it a final score.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final score will be used to determine the structure’s stability. 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2739625"/>
            <a:ext cx="8520600" cy="17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 sz="1800">
                <a:solidFill>
                  <a:srgbClr val="B7B7B7"/>
                </a:solidFill>
              </a:rPr>
              <a:t>Assessing these structures matters in order to preserve the heritage of the cultures to which the structures belong to. </a:t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 sz="1800">
                <a:solidFill>
                  <a:srgbClr val="B7B7B7"/>
                </a:solidFill>
              </a:rPr>
              <a:t>Using the CSSI can also determine the danger risks of the stone structure. If left unchecked, the structure could collapse and injury the community nearby.</a:t>
            </a:r>
            <a:endParaRPr sz="1800">
              <a:solidFill>
                <a:srgbClr val="B7B7B7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CSSI Activity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 buildings of the Norman Sicilians are still around today.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Activity: Assess the image on the next slide. Use the scoring sheet through the provided link to complete the assessment.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Scoring sheet: </a:t>
            </a:r>
            <a:r>
              <a:rPr lang="e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http://normansicily.org/pdfs/cultural_stone_stability_index.pdf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1007225" y="174575"/>
            <a:ext cx="71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Santa Maria di Campogrosso - Brick Ruins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5825"/>
            <a:ext cx="9144000" cy="32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on CSSI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physical observations can you make about the structure?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Overall score did you give it? Why?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 of lesson question: (Make a copy and share 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https://docs.google.com/document/d/1G8q1kWIlAj19NS0lZM1I5tb7ZNHOAkwIGqdOhWQgXFM/edit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CSSI information source:</a:t>
            </a:r>
            <a:endParaRPr>
              <a:solidFill>
                <a:srgbClr val="999999"/>
              </a:solidFill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SHR Alliance. “CSSI: Stone Heritage Research Alliance LLC.” </a:t>
            </a:r>
            <a:r>
              <a:rPr i="1" lang="en">
                <a:solidFill>
                  <a:srgbClr val="999999"/>
                </a:solidFill>
              </a:rPr>
              <a:t>StoneHeritage</a:t>
            </a:r>
            <a:r>
              <a:rPr lang="en">
                <a:solidFill>
                  <a:srgbClr val="999999"/>
                </a:solidFill>
              </a:rPr>
              <a:t>, 2019, https://www.shralliance.com/cssi.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Norman Sicily architecture and Cappella Palatine image source: </a:t>
            </a:r>
            <a:endParaRPr>
              <a:solidFill>
                <a:srgbClr val="999999"/>
              </a:solidFill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Cotugno, Emily. “The World the Normans Made · VI. Art and Architecture.” </a:t>
            </a:r>
            <a:r>
              <a:rPr i="1" lang="en">
                <a:solidFill>
                  <a:srgbClr val="999999"/>
                </a:solidFill>
              </a:rPr>
              <a:t>The Norman Sicily Project</a:t>
            </a:r>
            <a:r>
              <a:rPr lang="en">
                <a:solidFill>
                  <a:srgbClr val="999999"/>
                </a:solidFill>
              </a:rPr>
              <a:t>, 1 Sept. 2021, http://normansicily.org/en/resources/learn/group_four/.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Santa Maria di Campogrosso image: </a:t>
            </a:r>
            <a:endParaRPr>
              <a:solidFill>
                <a:srgbClr val="999999"/>
              </a:solidFill>
            </a:endParaRPr>
          </a:p>
          <a:p>
            <a:pPr indent="0" lvl="0" marL="355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Dawn, and Christina Giordano. </a:t>
            </a:r>
            <a:r>
              <a:rPr i="1" lang="en">
                <a:solidFill>
                  <a:srgbClr val="999999"/>
                </a:solidFill>
              </a:rPr>
              <a:t>Brick Ruins</a:t>
            </a:r>
            <a:r>
              <a:rPr lang="en">
                <a:solidFill>
                  <a:srgbClr val="999999"/>
                </a:solidFill>
              </a:rPr>
              <a:t>. Altavilla Milicia, Sicily, Italy, 5 Aug. 2014.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