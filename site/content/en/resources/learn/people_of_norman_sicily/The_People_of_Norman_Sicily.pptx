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Slab"/>
      <p:regular r:id="rId12"/>
      <p:bold r:id="rId13"/>
    </p:embeddedFon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346488770e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346488770e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34a26c99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34a26c99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34a26c99f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34a26c99f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4a26c99f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4a26c99f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4a26c99f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34a26c99f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google.com/document/d/1Q34ivO4hRZP35ejTFBaCNfRrnxdZL3PfV4Zc4BDEg1g/edit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normansicily.org/en/resources/learn/group_one/" TargetMode="External"/><Relationship Id="rId4" Type="http://schemas.openxmlformats.org/officeDocument/2006/relationships/hyperlink" Target="http://normansicily.org/en/resources/learn/group_three/" TargetMode="External"/><Relationship Id="rId5" Type="http://schemas.openxmlformats.org/officeDocument/2006/relationships/hyperlink" Target="http://normansicily.org/en/resources/learn/group_two/" TargetMode="External"/><Relationship Id="rId6" Type="http://schemas.openxmlformats.org/officeDocument/2006/relationships/hyperlink" Target="http://normansicily.org/en/resources/learn/group_fou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268560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People of Norman Sicily</a:t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742350" y="914100"/>
            <a:ext cx="3659325" cy="165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Origins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Normans </a:t>
            </a:r>
            <a:r>
              <a:rPr lang="en"/>
              <a:t>descended</a:t>
            </a:r>
            <a:r>
              <a:rPr lang="en"/>
              <a:t> from Scandinavians and settled in Normandy which is now present day northern France.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Normans went to Southern Italy and Sicily due to factors such as overcrowding in Normandy, work, wealth, and religious pilgrimages.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an </a:t>
            </a:r>
            <a:r>
              <a:rPr lang="en"/>
              <a:t>array</a:t>
            </a:r>
            <a:r>
              <a:rPr lang="en"/>
              <a:t> of military techniques, the Normans </a:t>
            </a:r>
            <a:r>
              <a:rPr lang="en"/>
              <a:t>conquered</a:t>
            </a:r>
            <a:r>
              <a:rPr lang="en"/>
              <a:t> the island and ruled over its diverse inhabitants from 1061 to 1194.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Powers waged war for the control of Sicily and Southern Italy because of its key geographical position that encouraged trade and influence of the </a:t>
            </a:r>
            <a:r>
              <a:rPr lang="en"/>
              <a:t>Mediterranean</a:t>
            </a:r>
            <a:r>
              <a:rPr lang="en"/>
              <a:t> Sea.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Lombards, </a:t>
            </a:r>
            <a:r>
              <a:rPr lang="en"/>
              <a:t>Byzantines, and Arab Sicily</a:t>
            </a:r>
            <a:r>
              <a:rPr lang="en"/>
              <a:t> </a:t>
            </a:r>
            <a:endParaRPr/>
          </a:p>
        </p:txBody>
      </p:sp>
      <p:sp>
        <p:nvSpPr>
          <p:cNvPr id="76" name="Google Shape;76;p15"/>
          <p:cNvSpPr txBox="1"/>
          <p:nvPr/>
        </p:nvSpPr>
        <p:spPr>
          <a:xfrm>
            <a:off x="279900" y="1262475"/>
            <a:ext cx="83682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Prior to the Norman’s control over the region, Southern Italy and Sicily was under the influence of many powers.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Lombards, a Germanic people, found Southern Italy as their home in the 6th century.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Civil war and conflicts with other powers led to their weakening and eventual downfall by the Normans.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Byzantines also held influence in the region during the middle ages. Instability in the empire as well as a hostage situation involving Arab soldiers led to Arab Aghlabids invading Sicily.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Lombards, Byzantines, and Arab Sicily Cont’d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Due to a variety of factors, t</a:t>
            </a:r>
            <a:r>
              <a:rPr lang="en"/>
              <a:t>he Arabs successfully took control of the island and brought Islamic culture and prosperity to Sicily.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Exploiting political tensions and using their military skills, the Normans took control of the island over the Arabs.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Although the Normans were in power, the past Lombard, Byzantine, and Arab rule of Sicily was still apparent by the diversity of architecture, language, and religion on the island.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Norman Rulers Activity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Tancred de </a:t>
            </a:r>
            <a:r>
              <a:rPr lang="en"/>
              <a:t>Hauteville’s </a:t>
            </a:r>
            <a:r>
              <a:rPr lang="en"/>
              <a:t>sons would become the rulers of Norman Sicily. It is your task to analyze the impact of the Norman rulers.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group of no more than five people, you must research the rulers of Norman Sicily and present a short presentation on them and their impact on the culture of the region.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</a:t>
            </a:r>
            <a:r>
              <a:rPr lang="en"/>
              <a:t>ruler's</a:t>
            </a:r>
            <a:r>
              <a:rPr lang="en"/>
              <a:t> </a:t>
            </a:r>
            <a:r>
              <a:rPr lang="en"/>
              <a:t>you may choose from are: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Robert Guiscard, Roger I, and Roger II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Task and more details can be found </a:t>
            </a:r>
            <a:r>
              <a:rPr lang="en" u="sng">
                <a:solidFill>
                  <a:schemeClr val="hlink"/>
                </a:solidFill>
                <a:hlinkClick r:id="rId3"/>
              </a:rPr>
              <a:t>here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8700" y="2820200"/>
            <a:ext cx="1577725" cy="22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r>
              <a:rPr lang="en"/>
              <a:t> 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87900" y="1087800"/>
            <a:ext cx="83682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Schnell, Brian, et al. “The Norman Conquest of Southern Italy and Sicily · The Norman Sicily Project.” The Norman Sicily Project, 1 Sept. 2021,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http://normansicily.org/en/resources/learn/group_one/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	Ahmed, Masud, et al. “The Worlds the Normans Found · The Norman Sicily Project.” The Norman Sicily Project, 1 Sept. 2021, </a:t>
            </a:r>
            <a:r>
              <a:rPr lang="en" sz="1600" u="sng">
                <a:solidFill>
                  <a:schemeClr val="hlink"/>
                </a:solidFill>
                <a:hlinkClick r:id="rId4"/>
              </a:rPr>
              <a:t>http://normansicily.org/en/resources/learn/group_three/</a:t>
            </a:r>
            <a:r>
              <a:rPr lang="en" sz="1600"/>
              <a:t>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	DeVivo, Richard, et al. “The Norman Rulers · The Norman Sicily Project.” The Norman Sicily Project, 1 Sept. 2021, </a:t>
            </a:r>
            <a:r>
              <a:rPr lang="en" sz="1600" u="sng">
                <a:solidFill>
                  <a:schemeClr val="hlink"/>
                </a:solidFill>
                <a:hlinkClick r:id="rId5"/>
              </a:rPr>
              <a:t>http://normansicily.org/en/resources/learn/group_two/</a:t>
            </a:r>
            <a:r>
              <a:rPr lang="en" sz="1600"/>
              <a:t>. </a:t>
            </a:r>
            <a:endParaRPr sz="16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/>
              <a:t>Cotugno, Emily. “The World the Normans Made · VI. Art and Architecture.” The Norman Sicily Project, 1 Sept. 2021, </a:t>
            </a:r>
            <a:r>
              <a:rPr lang="en" sz="1600" u="sng">
                <a:solidFill>
                  <a:schemeClr val="hlink"/>
                </a:solidFill>
                <a:hlinkClick r:id="rId6"/>
              </a:rPr>
              <a:t>http://normansicily.org/en/resources/learn/group_four/</a:t>
            </a:r>
            <a:r>
              <a:rPr lang="en" sz="1600"/>
              <a:t>. (Images)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